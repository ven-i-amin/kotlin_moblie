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6" r:id="rId6"/>
    <p:sldId id="262" r:id="rId7"/>
    <p:sldId id="267" r:id="rId8"/>
    <p:sldId id="268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84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728CA-2F84-40AF-962C-A0DF18C0B584}" type="datetimeFigureOut">
              <a:rPr lang="en-AU" smtClean="0"/>
              <a:t>2/05/2026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EFF97-84A9-4008-B02D-3172FE690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47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FF97-84A9-4008-B02D-3172FE690A7F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7892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FF97-84A9-4008-B02D-3172FE690A7F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5500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F78Dg7PVFLKTTXhldiNYvG/Cryptocurrency-Exchange-App-Concept--Community-?node-id=321-690&amp;t=iujdcQ8HUkMerIVR-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495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мобильного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криптобиржи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B380C-2F68-11E2-9E66-F5CF90B9E1D8}"/>
              </a:ext>
            </a:extLst>
          </p:cNvPr>
          <p:cNvSpPr txBox="1"/>
          <p:nvPr/>
        </p:nvSpPr>
        <p:spPr>
          <a:xfrm>
            <a:off x="5778500" y="6217225"/>
            <a:ext cx="336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6 группа 3 курс ФКН ВГУ</a:t>
            </a:r>
          </a:p>
          <a:p>
            <a:r>
              <a:rPr lang="ru-RU" sz="1600" dirty="0"/>
              <a:t>Гребенев Вениамин Александрович</a:t>
            </a:r>
            <a:endParaRPr lang="en-AU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sz="2800" dirty="0" err="1"/>
              <a:t>Сложны</a:t>
            </a:r>
            <a:r>
              <a:rPr lang="ru-RU" sz="2800" dirty="0"/>
              <a:t>й</a:t>
            </a:r>
            <a:r>
              <a:rPr sz="2800" dirty="0"/>
              <a:t> </a:t>
            </a:r>
            <a:r>
              <a:rPr sz="2800" dirty="0" err="1"/>
              <a:t>интерфейс</a:t>
            </a:r>
            <a:endParaRPr lang="ru-RU" sz="2800" dirty="0"/>
          </a:p>
          <a:p>
            <a:pPr>
              <a:lnSpc>
                <a:spcPct val="250000"/>
              </a:lnSpc>
            </a:pPr>
            <a:r>
              <a:rPr lang="ru-RU" sz="2800" dirty="0"/>
              <a:t>Много лишнего</a:t>
            </a:r>
            <a:endParaRPr sz="2800" dirty="0"/>
          </a:p>
          <a:p>
            <a:pPr>
              <a:lnSpc>
                <a:spcPct val="250000"/>
              </a:lnSpc>
            </a:pPr>
            <a:r>
              <a:rPr lang="ru-RU" sz="2800" dirty="0"/>
              <a:t>Нагружает телефон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FC565C-F290-832B-8C99-84FC5976B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892" y="1417638"/>
            <a:ext cx="2391908" cy="4674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Задача и цели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1583488"/>
            <a:ext cx="5368565" cy="4525963"/>
          </a:xfrm>
        </p:spPr>
        <p:txBody>
          <a:bodyPr>
            <a:normAutofit/>
          </a:bodyPr>
          <a:lstStyle/>
          <a:p>
            <a:r>
              <a:rPr lang="ru-RU" dirty="0"/>
              <a:t>Реализовать интерфейс</a:t>
            </a:r>
          </a:p>
          <a:p>
            <a:endParaRPr lang="ru-RU" dirty="0"/>
          </a:p>
          <a:p>
            <a:r>
              <a:rPr lang="ru-RU" dirty="0"/>
              <a:t>Система покупки криптовалюты</a:t>
            </a:r>
          </a:p>
          <a:p>
            <a:endParaRPr lang="ru-RU" dirty="0"/>
          </a:p>
          <a:p>
            <a:r>
              <a:rPr lang="ru-RU" dirty="0"/>
              <a:t>Система анализа портфеля и криптовалют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5E8CD-80F9-3DED-5AF6-391AD9A84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430" y="1417638"/>
            <a:ext cx="2306370" cy="48576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Проектирование</a:t>
            </a:r>
            <a:r>
              <a:rPr lang="ru-RU" dirty="0"/>
              <a:t>. Шаблон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75313"/>
            <a:ext cx="8229600" cy="6365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dirty="0"/>
              <a:t>В качестве шаблона использован </a:t>
            </a:r>
            <a:r>
              <a:rPr lang="ru-RU" sz="2400" dirty="0">
                <a:hlinkClick r:id="rId3"/>
              </a:rPr>
              <a:t>проект</a:t>
            </a:r>
            <a:r>
              <a:rPr lang="en-US" sz="2400" dirty="0"/>
              <a:t> </a:t>
            </a:r>
            <a:r>
              <a:rPr lang="ru-RU" sz="2400" dirty="0"/>
              <a:t>в фигме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3CA08-FF9B-DFE9-D993-21293D00D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" y="1529780"/>
            <a:ext cx="7759700" cy="3889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842F-2211-019C-4BCD-755B2531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Средства разработки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E1585-5DF1-48A1-9306-41C396C8F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Фронтенд:</a:t>
            </a:r>
          </a:p>
          <a:p>
            <a:r>
              <a:rPr lang="en-US" dirty="0"/>
              <a:t>Kotlin</a:t>
            </a:r>
          </a:p>
          <a:p>
            <a:r>
              <a:rPr lang="en-US" dirty="0"/>
              <a:t>Jetpack compose</a:t>
            </a:r>
            <a:endParaRPr lang="ru-RU" dirty="0"/>
          </a:p>
          <a:p>
            <a:r>
              <a:rPr lang="en-US" dirty="0"/>
              <a:t>Retrofit2</a:t>
            </a:r>
          </a:p>
          <a:p>
            <a:r>
              <a:rPr lang="en-US" dirty="0" err="1"/>
              <a:t>Vico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Бэкенд:</a:t>
            </a:r>
          </a:p>
          <a:p>
            <a:r>
              <a:rPr lang="en-US" dirty="0"/>
              <a:t>Spring boot</a:t>
            </a:r>
          </a:p>
          <a:p>
            <a:r>
              <a:rPr lang="en-US" dirty="0" err="1"/>
              <a:t>Postgresql</a:t>
            </a:r>
            <a:endParaRPr lang="en-US" dirty="0"/>
          </a:p>
        </p:txBody>
      </p:sp>
      <p:pic>
        <p:nvPicPr>
          <p:cNvPr id="1029" name="Picture 5" descr="Android Developers Blog: Announcing Jetpack Compose Alpha!">
            <a:extLst>
              <a:ext uri="{FF2B5EF4-FFF2-40B4-BE49-F238E27FC236}">
                <a16:creationId xmlns:a16="http://schemas.microsoft.com/office/drawing/2014/main" id="{2CBD8BB9-16DD-4D2A-D664-FB5BF7F9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554" y="1417639"/>
            <a:ext cx="3831166" cy="201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74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Функционал</a:t>
            </a:r>
            <a:r>
              <a:rPr lang="ru-RU" dirty="0"/>
              <a:t>. Главное меню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C9399-95CB-7856-DFE4-578F2FF65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549" y="1327183"/>
            <a:ext cx="2348902" cy="49664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C351C2-0022-69DB-0682-2385457CA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7183"/>
            <a:ext cx="2348902" cy="49844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4B6746-E22C-FDDD-A0BC-CA2538E46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898" y="1327183"/>
            <a:ext cx="2348902" cy="49844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0C6B70B-5C8F-7D59-4C29-119FA1A3D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62593"/>
            <a:ext cx="2348902" cy="4966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39DFE7-773E-E2B0-AD6A-80359164529E}"/>
              </a:ext>
            </a:extLst>
          </p:cNvPr>
          <p:cNvSpPr txBox="1"/>
          <p:nvPr/>
        </p:nvSpPr>
        <p:spPr>
          <a:xfrm>
            <a:off x="457200" y="268825"/>
            <a:ext cx="79138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+mj-lt"/>
              </a:rPr>
              <a:t>Функционал. Меню торговли</a:t>
            </a:r>
            <a:endParaRPr lang="en-AU" sz="44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AEFB4E-6B52-1AE8-5C8C-9EACF90FB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956" y="1162592"/>
            <a:ext cx="2348901" cy="49664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AD599B-6E55-1909-9BCD-64CC289D3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711" y="1176637"/>
            <a:ext cx="2348902" cy="493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39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57E97-7B42-CA91-BA17-D3DE015D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Дальнейшее развитие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4B9F4-498E-EC4E-F46C-A474EDCB7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Пополнение кошелька</a:t>
            </a:r>
          </a:p>
          <a:p>
            <a:r>
              <a:rPr lang="ru-RU" dirty="0"/>
              <a:t>Обмен криптовалютой между пользователями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0375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Было создано приложение для криптовалюты, обладающее низким пороговым уровень для пользователя.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90</Words>
  <Application>Microsoft Office PowerPoint</Application>
  <PresentationFormat>On-screen Show (4:3)</PresentationFormat>
  <Paragraphs>33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Разработка мобильного приложения криптобиржи</vt:lpstr>
      <vt:lpstr>Проблема</vt:lpstr>
      <vt:lpstr>Задача и цели</vt:lpstr>
      <vt:lpstr>Проектирование. Шаблон</vt:lpstr>
      <vt:lpstr>Средства разработки</vt:lpstr>
      <vt:lpstr>Функционал. Главное меню</vt:lpstr>
      <vt:lpstr>PowerPoint Presentation</vt:lpstr>
      <vt:lpstr>Дальнейшее развитие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Вениамин Гребенев</dc:creator>
  <cp:keywords/>
  <dc:description>generated using python-pptx</dc:description>
  <cp:lastModifiedBy>Вениамин Гребенев</cp:lastModifiedBy>
  <cp:revision>6</cp:revision>
  <dcterms:created xsi:type="dcterms:W3CDTF">2013-01-27T09:14:16Z</dcterms:created>
  <dcterms:modified xsi:type="dcterms:W3CDTF">2026-05-02T08:38:54Z</dcterms:modified>
  <cp:category/>
</cp:coreProperties>
</file>