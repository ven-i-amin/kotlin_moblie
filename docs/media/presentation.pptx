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6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8" y="10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728CA-2F84-40AF-962C-A0DF18C0B584}" type="datetimeFigureOut">
              <a:rPr lang="en-AU" smtClean="0"/>
              <a:t>9/01/2026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EFF97-84A9-4008-B02D-3172FE690A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47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2EFF97-84A9-4008-B02D-3172FE690A7F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7892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F78Dg7PVFLKTTXhldiNYvG/Cryptocurrency-Exchange-App-Concept--Community-?node-id=321-690&amp;t=iujdcQ8HUkMerIVR-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495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мобильного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криптобиржи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B380C-2F68-11E2-9E66-F5CF90B9E1D8}"/>
              </a:ext>
            </a:extLst>
          </p:cNvPr>
          <p:cNvSpPr txBox="1"/>
          <p:nvPr/>
        </p:nvSpPr>
        <p:spPr>
          <a:xfrm>
            <a:off x="5778500" y="6217225"/>
            <a:ext cx="3365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6 группа 3 курс ФКН ВГУ</a:t>
            </a:r>
          </a:p>
          <a:p>
            <a:r>
              <a:rPr lang="ru-RU" sz="1600" dirty="0"/>
              <a:t>Гребенев Вениамин Александрович</a:t>
            </a:r>
            <a:endParaRPr lang="en-AU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sz="2800" dirty="0" err="1"/>
              <a:t>Сложные</a:t>
            </a:r>
            <a:r>
              <a:rPr sz="2800" dirty="0"/>
              <a:t> </a:t>
            </a:r>
            <a:r>
              <a:rPr sz="2800" dirty="0" err="1"/>
              <a:t>интерфейсы</a:t>
            </a:r>
            <a:endParaRPr sz="2800" dirty="0"/>
          </a:p>
          <a:p>
            <a:pPr>
              <a:lnSpc>
                <a:spcPct val="250000"/>
              </a:lnSpc>
            </a:pPr>
            <a:r>
              <a:rPr lang="ru-RU" sz="2800" dirty="0"/>
              <a:t>Много лишнего</a:t>
            </a:r>
            <a:endParaRPr sz="2800" dirty="0"/>
          </a:p>
          <a:p>
            <a:pPr>
              <a:lnSpc>
                <a:spcPct val="250000"/>
              </a:lnSpc>
            </a:pPr>
            <a:r>
              <a:rPr lang="ru-RU" sz="2800" dirty="0"/>
              <a:t>Нагружает телефон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C565C-F290-832B-8C99-84FC5976B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892" y="1417638"/>
            <a:ext cx="2391908" cy="4674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Задача и цели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84285"/>
            <a:ext cx="4159250" cy="4525963"/>
          </a:xfrm>
        </p:spPr>
        <p:txBody>
          <a:bodyPr/>
          <a:lstStyle/>
          <a:p>
            <a:r>
              <a:rPr dirty="0" err="1"/>
              <a:t>Создать</a:t>
            </a:r>
            <a:r>
              <a:rPr dirty="0"/>
              <a:t> </a:t>
            </a:r>
            <a:r>
              <a:rPr dirty="0" err="1"/>
              <a:t>удобное</a:t>
            </a:r>
            <a:r>
              <a:rPr dirty="0"/>
              <a:t> </a:t>
            </a:r>
            <a:r>
              <a:rPr lang="ru-RU" dirty="0"/>
              <a:t>приложение</a:t>
            </a:r>
          </a:p>
          <a:p>
            <a:endParaRPr lang="ru-RU" dirty="0"/>
          </a:p>
          <a:p>
            <a:r>
              <a:rPr dirty="0" err="1"/>
              <a:t>Упростить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 </a:t>
            </a:r>
            <a:br>
              <a:rPr lang="ru-RU" dirty="0"/>
            </a:br>
            <a:r>
              <a:rPr dirty="0"/>
              <a:t>к </a:t>
            </a:r>
            <a:r>
              <a:rPr dirty="0" err="1"/>
              <a:t>криптовалюте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5E8CD-80F9-3DED-5AF6-391AD9A84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430" y="1417638"/>
            <a:ext cx="2306370" cy="48576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Рост популярности криптовалют</a:t>
            </a:r>
          </a:p>
          <a:p>
            <a:r>
              <a:t>Мобильные финтех-решения</a:t>
            </a:r>
          </a:p>
        </p:txBody>
      </p:sp>
      <p:pic>
        <p:nvPicPr>
          <p:cNvPr id="2050" name="Picture 2" descr="Crypto Exchange Website - Dark UI by Seyda Kurt on Dribbble">
            <a:extLst>
              <a:ext uri="{FF2B5EF4-FFF2-40B4-BE49-F238E27FC236}">
                <a16:creationId xmlns:a16="http://schemas.microsoft.com/office/drawing/2014/main" id="{66E5CEAB-EE93-E7C2-274F-FD58D91B4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023" y="2872408"/>
            <a:ext cx="4305953" cy="325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Проектирование</a:t>
            </a:r>
            <a:r>
              <a:rPr lang="ru-RU" dirty="0"/>
              <a:t>. Шаблон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75313"/>
            <a:ext cx="8229600" cy="6365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dirty="0"/>
              <a:t>В качестве шаблона использован </a:t>
            </a:r>
            <a:r>
              <a:rPr lang="ru-RU" sz="2400" dirty="0">
                <a:hlinkClick r:id="rId3"/>
              </a:rPr>
              <a:t>проект</a:t>
            </a: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3CA08-FF9B-DFE9-D993-21293D00D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" y="1529780"/>
            <a:ext cx="7759700" cy="38899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842F-2211-019C-4BCD-755B2531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разработки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E1585-5DF1-48A1-9306-41C396C8F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Jetpack compose</a:t>
            </a:r>
            <a:endParaRPr lang="ru-RU" dirty="0"/>
          </a:p>
          <a:p>
            <a:r>
              <a:rPr lang="en-US" dirty="0"/>
              <a:t>Retrofit2</a:t>
            </a:r>
          </a:p>
          <a:p>
            <a:r>
              <a:rPr lang="en-US" dirty="0"/>
              <a:t>Coil</a:t>
            </a:r>
          </a:p>
          <a:p>
            <a:r>
              <a:rPr lang="en-US" dirty="0" err="1"/>
              <a:t>Vico</a:t>
            </a:r>
            <a:endParaRPr lang="en-US" dirty="0"/>
          </a:p>
          <a:p>
            <a:r>
              <a:rPr lang="en-US" dirty="0" err="1"/>
              <a:t>Threetenabp</a:t>
            </a:r>
            <a:endParaRPr lang="ru-RU" dirty="0"/>
          </a:p>
        </p:txBody>
      </p:sp>
      <p:pic>
        <p:nvPicPr>
          <p:cNvPr id="1029" name="Picture 5" descr="Android Developers Blog: Announcing Jetpack Compose Alpha!">
            <a:extLst>
              <a:ext uri="{FF2B5EF4-FFF2-40B4-BE49-F238E27FC236}">
                <a16:creationId xmlns:a16="http://schemas.microsoft.com/office/drawing/2014/main" id="{2CBD8BB9-16DD-4D2A-D664-FB5BF7F9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554" y="1417638"/>
            <a:ext cx="4785446" cy="251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Getting Started with Retrofit in Android Kotlin: Making Network Requests  Made Easy | by Tom | Medium">
            <a:extLst>
              <a:ext uri="{FF2B5EF4-FFF2-40B4-BE49-F238E27FC236}">
                <a16:creationId xmlns:a16="http://schemas.microsoft.com/office/drawing/2014/main" id="{C648EE26-97EE-69C3-7D55-C1CF47EA9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771" y="4246742"/>
            <a:ext cx="4061012" cy="141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74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Функционал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dirty="0" err="1"/>
              <a:t>Торговля</a:t>
            </a:r>
            <a:r>
              <a:rPr dirty="0"/>
              <a:t> </a:t>
            </a:r>
            <a:r>
              <a:rPr dirty="0" err="1"/>
              <a:t>криптовалютой</a:t>
            </a:r>
            <a:endParaRPr dirty="0"/>
          </a:p>
          <a:p>
            <a:pPr>
              <a:lnSpc>
                <a:spcPct val="200000"/>
              </a:lnSpc>
            </a:pPr>
            <a:r>
              <a:rPr dirty="0" err="1"/>
              <a:t>Кошелек</a:t>
            </a:r>
            <a:endParaRPr dirty="0"/>
          </a:p>
          <a:p>
            <a:pPr>
              <a:lnSpc>
                <a:spcPct val="200000"/>
              </a:lnSpc>
            </a:pPr>
            <a:r>
              <a:rPr dirty="0" err="1"/>
              <a:t>История</a:t>
            </a:r>
            <a:r>
              <a:rPr dirty="0"/>
              <a:t> </a:t>
            </a:r>
            <a:r>
              <a:rPr dirty="0" err="1"/>
              <a:t>транзакций</a:t>
            </a:r>
            <a:endParaRPr dirty="0"/>
          </a:p>
          <a:p>
            <a:pPr>
              <a:lnSpc>
                <a:spcPct val="200000"/>
              </a:lnSpc>
            </a:pPr>
            <a:r>
              <a:rPr lang="ru-RU" dirty="0"/>
              <a:t>Просмотр портфолио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C9399-95CB-7856-DFE4-578F2FF65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898" y="1379957"/>
            <a:ext cx="2348902" cy="49664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Дизайн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dirty="0" err="1"/>
              <a:t>Тёмный</a:t>
            </a:r>
            <a:r>
              <a:rPr dirty="0"/>
              <a:t> </a:t>
            </a:r>
            <a:r>
              <a:rPr dirty="0" err="1"/>
              <a:t>фон</a:t>
            </a:r>
            <a:endParaRPr dirty="0"/>
          </a:p>
          <a:p>
            <a:pPr>
              <a:lnSpc>
                <a:spcPct val="200000"/>
              </a:lnSpc>
            </a:pPr>
            <a:r>
              <a:rPr dirty="0" err="1"/>
              <a:t>Неоновые</a:t>
            </a:r>
            <a:r>
              <a:rPr dirty="0"/>
              <a:t> </a:t>
            </a:r>
            <a:r>
              <a:rPr dirty="0" err="1"/>
              <a:t>акценты</a:t>
            </a:r>
            <a:endParaRPr dirty="0"/>
          </a:p>
          <a:p>
            <a:pPr>
              <a:lnSpc>
                <a:spcPct val="200000"/>
              </a:lnSpc>
            </a:pPr>
            <a:r>
              <a:rPr dirty="0"/>
              <a:t>Web3 </a:t>
            </a:r>
            <a:r>
              <a:rPr dirty="0" err="1"/>
              <a:t>стиль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4E407-0CE9-0A71-00CD-C82851B49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976" y="1350916"/>
            <a:ext cx="2330824" cy="5024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Было создано приложение для криптовалюты.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76</Words>
  <Application>Microsoft Office PowerPoint</Application>
  <PresentationFormat>On-screen Show (4:3)</PresentationFormat>
  <Paragraphs>34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Разработка мобильного приложения криптобиржи</vt:lpstr>
      <vt:lpstr>Проблема</vt:lpstr>
      <vt:lpstr>Задача и цели</vt:lpstr>
      <vt:lpstr>Актуальность</vt:lpstr>
      <vt:lpstr>Проектирование. Шаблон</vt:lpstr>
      <vt:lpstr>Средства разработки</vt:lpstr>
      <vt:lpstr>Функционал</vt:lpstr>
      <vt:lpstr>Дизайн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Вениамин Гребенев</dc:creator>
  <cp:keywords/>
  <dc:description>generated using python-pptx</dc:description>
  <cp:lastModifiedBy>Вениамин Гребенев</cp:lastModifiedBy>
  <cp:revision>2</cp:revision>
  <dcterms:created xsi:type="dcterms:W3CDTF">2013-01-27T09:14:16Z</dcterms:created>
  <dcterms:modified xsi:type="dcterms:W3CDTF">2026-01-09T01:16:31Z</dcterms:modified>
  <cp:category/>
</cp:coreProperties>
</file>